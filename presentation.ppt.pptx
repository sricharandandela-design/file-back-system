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Lato" charset="1" panose="020F0502020204030203"/>
      <p:regular r:id="rId21"/>
    </p:embeddedFont>
    <p:embeddedFont>
      <p:font typeface="Poppins" charset="1" panose="00000500000000000000"/>
      <p:regular r:id="rId22"/>
    </p:embeddedFont>
    <p:embeddedFont>
      <p:font typeface="Lato Bold" charset="1" panose="020F050202020403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8665" y="2413563"/>
            <a:ext cx="14679138" cy="42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FILE BACKUP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6669" y="882426"/>
            <a:ext cx="549145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 Data Structures Project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28665" y="6833868"/>
            <a:ext cx="8215335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D. Sri Charan Reddy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N. S. Mahammad Hujefa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06089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Managing multiple file versions efficiently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59170"/>
            <a:ext cx="585318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Need structured storage and easy retrieval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Avoid data loss and confusion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Implement file backup system in C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59170"/>
            <a:ext cx="58531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Use Tree Data Structure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Perform CRUD operations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Version control systems (Git)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59170"/>
            <a:ext cx="585318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REAL-WORLD APPLICATION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Backup and restore systems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Software development tracking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Tree structure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97693"/>
            <a:ext cx="6427343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DATA STRUCTURE USED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Each node = file version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Parent-child relationship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81579">
            <a:off x="11199066" y="124438"/>
            <a:ext cx="10128448" cy="10895890"/>
          </a:xfrm>
          <a:custGeom>
            <a:avLst/>
            <a:gdLst/>
            <a:ahLst/>
            <a:cxnLst/>
            <a:rect r="r" b="b" t="t" l="l"/>
            <a:pathLst>
              <a:path h="10895890" w="10128448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t="0" r="-1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0473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42041" y="873854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1" y="0"/>
                </a:lnTo>
                <a:lnTo>
                  <a:pt x="650411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2975" y="1706421"/>
            <a:ext cx="6903472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TREE STRUCTURE VISUALIZATION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6603368" y="4131377"/>
            <a:ext cx="901197" cy="163229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7774263" y="4141497"/>
            <a:ext cx="927902" cy="19713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492818" y="6112876"/>
            <a:ext cx="901197" cy="163229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6764748" y="6114052"/>
            <a:ext cx="862577" cy="162217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119193" y="3294346"/>
            <a:ext cx="1016265" cy="981559"/>
            <a:chOff x="0" y="0"/>
            <a:chExt cx="302554" cy="292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2554" cy="292222"/>
            </a:xfrm>
            <a:custGeom>
              <a:avLst/>
              <a:gdLst/>
              <a:ahLst/>
              <a:cxnLst/>
              <a:rect r="r" b="b" t="t" l="l"/>
              <a:pathLst>
                <a:path h="292222" w="302554">
                  <a:moveTo>
                    <a:pt x="151277" y="0"/>
                  </a:moveTo>
                  <a:cubicBezTo>
                    <a:pt x="67729" y="0"/>
                    <a:pt x="0" y="65416"/>
                    <a:pt x="0" y="146111"/>
                  </a:cubicBezTo>
                  <a:cubicBezTo>
                    <a:pt x="0" y="226806"/>
                    <a:pt x="67729" y="292222"/>
                    <a:pt x="151277" y="292222"/>
                  </a:cubicBezTo>
                  <a:cubicBezTo>
                    <a:pt x="234825" y="292222"/>
                    <a:pt x="302554" y="226806"/>
                    <a:pt x="302554" y="146111"/>
                  </a:cubicBezTo>
                  <a:cubicBezTo>
                    <a:pt x="302554" y="65416"/>
                    <a:pt x="234825" y="0"/>
                    <a:pt x="151277" y="0"/>
                  </a:cubicBezTo>
                  <a:close/>
                </a:path>
              </a:pathLst>
            </a:custGeom>
            <a:solidFill>
              <a:srgbClr val="7656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8364" y="-29754"/>
              <a:ext cx="245825" cy="29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V1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95235" y="5623273"/>
            <a:ext cx="1016265" cy="981559"/>
            <a:chOff x="0" y="0"/>
            <a:chExt cx="302554" cy="2922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2554" cy="292222"/>
            </a:xfrm>
            <a:custGeom>
              <a:avLst/>
              <a:gdLst/>
              <a:ahLst/>
              <a:cxnLst/>
              <a:rect r="r" b="b" t="t" l="l"/>
              <a:pathLst>
                <a:path h="292222" w="302554">
                  <a:moveTo>
                    <a:pt x="151277" y="0"/>
                  </a:moveTo>
                  <a:cubicBezTo>
                    <a:pt x="67729" y="0"/>
                    <a:pt x="0" y="65416"/>
                    <a:pt x="0" y="146111"/>
                  </a:cubicBezTo>
                  <a:cubicBezTo>
                    <a:pt x="0" y="226806"/>
                    <a:pt x="67729" y="292222"/>
                    <a:pt x="151277" y="292222"/>
                  </a:cubicBezTo>
                  <a:cubicBezTo>
                    <a:pt x="234825" y="292222"/>
                    <a:pt x="302554" y="226806"/>
                    <a:pt x="302554" y="146111"/>
                  </a:cubicBezTo>
                  <a:cubicBezTo>
                    <a:pt x="302554" y="65416"/>
                    <a:pt x="234825" y="0"/>
                    <a:pt x="151277" y="0"/>
                  </a:cubicBezTo>
                  <a:close/>
                </a:path>
              </a:pathLst>
            </a:custGeom>
            <a:solidFill>
              <a:srgbClr val="7656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8364" y="-29754"/>
              <a:ext cx="245825" cy="29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V2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94033" y="5622097"/>
            <a:ext cx="1016265" cy="981559"/>
            <a:chOff x="0" y="0"/>
            <a:chExt cx="302554" cy="2922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2554" cy="292222"/>
            </a:xfrm>
            <a:custGeom>
              <a:avLst/>
              <a:gdLst/>
              <a:ahLst/>
              <a:cxnLst/>
              <a:rect r="r" b="b" t="t" l="l"/>
              <a:pathLst>
                <a:path h="292222" w="302554">
                  <a:moveTo>
                    <a:pt x="151277" y="0"/>
                  </a:moveTo>
                  <a:cubicBezTo>
                    <a:pt x="67729" y="0"/>
                    <a:pt x="0" y="65416"/>
                    <a:pt x="0" y="146111"/>
                  </a:cubicBezTo>
                  <a:cubicBezTo>
                    <a:pt x="0" y="226806"/>
                    <a:pt x="67729" y="292222"/>
                    <a:pt x="151277" y="292222"/>
                  </a:cubicBezTo>
                  <a:cubicBezTo>
                    <a:pt x="234825" y="292222"/>
                    <a:pt x="302554" y="226806"/>
                    <a:pt x="302554" y="146111"/>
                  </a:cubicBezTo>
                  <a:cubicBezTo>
                    <a:pt x="302554" y="65416"/>
                    <a:pt x="234825" y="0"/>
                    <a:pt x="151277" y="0"/>
                  </a:cubicBezTo>
                  <a:close/>
                </a:path>
              </a:pathLst>
            </a:custGeom>
            <a:solidFill>
              <a:srgbClr val="7656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8364" y="-29754"/>
              <a:ext cx="245825" cy="29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V3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84686" y="7472141"/>
            <a:ext cx="1016265" cy="981559"/>
            <a:chOff x="0" y="0"/>
            <a:chExt cx="302554" cy="2922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2554" cy="292222"/>
            </a:xfrm>
            <a:custGeom>
              <a:avLst/>
              <a:gdLst/>
              <a:ahLst/>
              <a:cxnLst/>
              <a:rect r="r" b="b" t="t" l="l"/>
              <a:pathLst>
                <a:path h="292222" w="302554">
                  <a:moveTo>
                    <a:pt x="151277" y="0"/>
                  </a:moveTo>
                  <a:cubicBezTo>
                    <a:pt x="67729" y="0"/>
                    <a:pt x="0" y="65416"/>
                    <a:pt x="0" y="146111"/>
                  </a:cubicBezTo>
                  <a:cubicBezTo>
                    <a:pt x="0" y="226806"/>
                    <a:pt x="67729" y="292222"/>
                    <a:pt x="151277" y="292222"/>
                  </a:cubicBezTo>
                  <a:cubicBezTo>
                    <a:pt x="234825" y="292222"/>
                    <a:pt x="302554" y="226806"/>
                    <a:pt x="302554" y="146111"/>
                  </a:cubicBezTo>
                  <a:cubicBezTo>
                    <a:pt x="302554" y="65416"/>
                    <a:pt x="234825" y="0"/>
                    <a:pt x="151277" y="0"/>
                  </a:cubicBezTo>
                  <a:close/>
                </a:path>
              </a:pathLst>
            </a:custGeom>
            <a:solidFill>
              <a:srgbClr val="76565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28364" y="-29754"/>
              <a:ext cx="245825" cy="29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V4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55937" y="7414457"/>
            <a:ext cx="1016265" cy="981559"/>
            <a:chOff x="0" y="0"/>
            <a:chExt cx="302554" cy="2922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2554" cy="292222"/>
            </a:xfrm>
            <a:custGeom>
              <a:avLst/>
              <a:gdLst/>
              <a:ahLst/>
              <a:cxnLst/>
              <a:rect r="r" b="b" t="t" l="l"/>
              <a:pathLst>
                <a:path h="292222" w="302554">
                  <a:moveTo>
                    <a:pt x="151277" y="0"/>
                  </a:moveTo>
                  <a:cubicBezTo>
                    <a:pt x="67729" y="0"/>
                    <a:pt x="0" y="65416"/>
                    <a:pt x="0" y="146111"/>
                  </a:cubicBezTo>
                  <a:cubicBezTo>
                    <a:pt x="0" y="226806"/>
                    <a:pt x="67729" y="292222"/>
                    <a:pt x="151277" y="292222"/>
                  </a:cubicBezTo>
                  <a:cubicBezTo>
                    <a:pt x="234825" y="292222"/>
                    <a:pt x="302554" y="226806"/>
                    <a:pt x="302554" y="146111"/>
                  </a:cubicBezTo>
                  <a:cubicBezTo>
                    <a:pt x="302554" y="65416"/>
                    <a:pt x="234825" y="0"/>
                    <a:pt x="151277" y="0"/>
                  </a:cubicBezTo>
                  <a:close/>
                </a:path>
              </a:pathLst>
            </a:custGeom>
            <a:solidFill>
              <a:srgbClr val="76565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28364" y="-29754"/>
              <a:ext cx="245825" cy="29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V5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Root node = initial version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97693"/>
            <a:ext cx="64273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Each node can have up to 5 children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Hierarchical structure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Create root node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97693"/>
            <a:ext cx="64273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Add new versions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Search using DFS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574588" y="569335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58872" y="56500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Update and delete nodes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CreateNode( ) – Create node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97693"/>
            <a:ext cx="69098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DETAILS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AddVersion( ) – Add new version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Search( ) – Find version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574588" y="569335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58872" y="56500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Update( ) – Modify filename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574588" y="653500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58872" y="6477856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DeleteVersion( ) – Delete node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Create – Add version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97693"/>
            <a:ext cx="69098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CRUD OPERATIONS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Read – Display tree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Update – Modify file name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574588" y="569335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58872" y="56500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Delete – Remove version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Menu-driven interface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59170"/>
            <a:ext cx="585318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User selects operations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Displays version tree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Efficient version management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59170"/>
            <a:ext cx="58531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Easy navigation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Structured storage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317152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485169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872" y="3157379"/>
            <a:ext cx="665898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Tree-based backup system is effective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59170"/>
            <a:ext cx="58531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8872" y="3995893"/>
            <a:ext cx="639582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Supports all CRUD operations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58872" y="4837268"/>
            <a:ext cx="51996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Useful in real-world applications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100837">
            <a:off x="4988970" y="752773"/>
            <a:ext cx="8310061" cy="8781453"/>
          </a:xfrm>
          <a:custGeom>
            <a:avLst/>
            <a:gdLst/>
            <a:ahLst/>
            <a:cxnLst/>
            <a:rect r="r" b="b" t="t" l="l"/>
            <a:pathLst>
              <a:path h="8781453" w="8310061">
                <a:moveTo>
                  <a:pt x="8310060" y="0"/>
                </a:moveTo>
                <a:lnTo>
                  <a:pt x="0" y="0"/>
                </a:lnTo>
                <a:lnTo>
                  <a:pt x="0" y="8781454"/>
                </a:lnTo>
                <a:lnTo>
                  <a:pt x="8310060" y="8781454"/>
                </a:lnTo>
                <a:lnTo>
                  <a:pt x="8310060" y="0"/>
                </a:lnTo>
                <a:close/>
              </a:path>
            </a:pathLst>
          </a:custGeom>
          <a:blipFill>
            <a:blip r:embed="rId2"/>
            <a:stretch>
              <a:fillRect l="0" t="0" r="-381" b="-186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9035" y="3649876"/>
            <a:ext cx="15469931" cy="298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35"/>
              </a:lnSpc>
            </a:pPr>
            <a:r>
              <a:rPr lang="en-US" sz="1966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  <a:r>
              <a:rPr lang="en-US" sz="1966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6669" y="882426"/>
            <a:ext cx="453537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 Data Structures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DAHGwFUGOP8</dc:identifier>
  <dcterms:modified xsi:type="dcterms:W3CDTF">2011-08-01T06:04:30Z</dcterms:modified>
  <cp:revision>1</cp:revision>
  <dc:title>Black Elegant and Modern Startup Pitch Deck Presentation</dc:title>
</cp:coreProperties>
</file>